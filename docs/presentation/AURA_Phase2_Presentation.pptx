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slide" Target="slides/slide19.xml"/>
  <Relationship Id="rId21" Type="http://schemas.openxmlformats.org/officeDocument/2006/relationships/slide" Target="slides/slide20.xml"/>
  <Relationship Id="rId22" Type="http://schemas.openxmlformats.org/officeDocument/2006/relationships/slide" Target="slides/slide21.xml"/>
  <Relationship Id="rId23" Type="http://schemas.openxmlformats.org/officeDocument/2006/relationships/slide" Target="slides/slide22.xml"/>
  <Relationship Id="rId24" Type="http://schemas.openxmlformats.org/officeDocument/2006/relationships/slide" Target="slides/slide23.xml"/>
  <Relationship Id="rId25" Type="http://schemas.openxmlformats.org/officeDocument/2006/relationships/slide" Target="slides/slide24.xml"/>
  <Relationship Id="rId26" Type="http://schemas.openxmlformats.org/officeDocument/2006/relationships/slide" Target="slides/slide25.xml"/>
  <Relationship Id="rId27" Type="http://schemas.openxmlformats.org/officeDocument/2006/relationships/slide" Target="slides/slide26.xml"/>
  <Relationship Id="rId28" Type="http://schemas.openxmlformats.org/officeDocument/2006/relationships/slide" Target="slides/slide27.xml"/>
  <Relationship Id="rId29" Type="http://schemas.openxmlformats.org/officeDocument/2006/relationships/slide" Target="slides/slide28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6.png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7.png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8.png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9.png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0.png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1.png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2.png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3.png"/>
</Relationships>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4.png"/>
</Relationships>
</file>

<file path=ppt/slides/_rels/slide2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5.png"/>
</Relationships>
</file>

<file path=ppt/slides/_rels/slide2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6.png"/>
</Relationships>
</file>

<file path=ppt/slides/_rels/slide2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7.png"/>
</Relationships>
</file>

<file path=ppt/slides/_rels/slide2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8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